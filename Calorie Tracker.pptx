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2507" userId="cb35b2002629c099" providerId="LiveId" clId="{79671F55-9FF0-420F-882B-77DE8580C54C}"/>
    <pc:docChg chg="custSel addSld modSld">
      <pc:chgData name="Harsh 2507" userId="cb35b2002629c099" providerId="LiveId" clId="{79671F55-9FF0-420F-882B-77DE8580C54C}" dt="2026-07-02T04:56:10.961" v="596" actId="20577"/>
      <pc:docMkLst>
        <pc:docMk/>
      </pc:docMkLst>
      <pc:sldChg chg="modSp mod">
        <pc:chgData name="Harsh 2507" userId="cb35b2002629c099" providerId="LiveId" clId="{79671F55-9FF0-420F-882B-77DE8580C54C}" dt="2026-07-02T04:56:10.961" v="596" actId="20577"/>
        <pc:sldMkLst>
          <pc:docMk/>
          <pc:sldMk cId="2855117479" sldId="256"/>
        </pc:sldMkLst>
        <pc:spChg chg="mod">
          <ac:chgData name="Harsh 2507" userId="cb35b2002629c099" providerId="LiveId" clId="{79671F55-9FF0-420F-882B-77DE8580C54C}" dt="2026-07-02T04:56:10.961" v="596" actId="20577"/>
          <ac:spMkLst>
            <pc:docMk/>
            <pc:sldMk cId="2855117479" sldId="256"/>
            <ac:spMk id="3" creationId="{C4A4E2F8-0A63-2772-530E-967843812ACA}"/>
          </ac:spMkLst>
        </pc:spChg>
      </pc:sldChg>
      <pc:sldChg chg="modSp mod">
        <pc:chgData name="Harsh 2507" userId="cb35b2002629c099" providerId="LiveId" clId="{79671F55-9FF0-420F-882B-77DE8580C54C}" dt="2026-07-01T13:37:00.785" v="97" actId="27636"/>
        <pc:sldMkLst>
          <pc:docMk/>
          <pc:sldMk cId="2627556608" sldId="259"/>
        </pc:sldMkLst>
        <pc:spChg chg="mod">
          <ac:chgData name="Harsh 2507" userId="cb35b2002629c099" providerId="LiveId" clId="{79671F55-9FF0-420F-882B-77DE8580C54C}" dt="2026-07-01T13:37:00.785" v="97" actId="27636"/>
          <ac:spMkLst>
            <pc:docMk/>
            <pc:sldMk cId="2627556608" sldId="259"/>
            <ac:spMk id="3" creationId="{0FB71BB4-E89E-D3AC-E4A3-D2919C302D2A}"/>
          </ac:spMkLst>
        </pc:spChg>
      </pc:sldChg>
      <pc:sldChg chg="modSp mod">
        <pc:chgData name="Harsh 2507" userId="cb35b2002629c099" providerId="LiveId" clId="{79671F55-9FF0-420F-882B-77DE8580C54C}" dt="2026-07-01T13:45:55.414" v="519" actId="20577"/>
        <pc:sldMkLst>
          <pc:docMk/>
          <pc:sldMk cId="2272694294" sldId="260"/>
        </pc:sldMkLst>
        <pc:spChg chg="mod">
          <ac:chgData name="Harsh 2507" userId="cb35b2002629c099" providerId="LiveId" clId="{79671F55-9FF0-420F-882B-77DE8580C54C}" dt="2026-07-01T13:42:19.304" v="115" actId="1076"/>
          <ac:spMkLst>
            <pc:docMk/>
            <pc:sldMk cId="2272694294" sldId="260"/>
            <ac:spMk id="2" creationId="{AA566987-CBD4-CF3E-640F-361059C8BD3F}"/>
          </ac:spMkLst>
        </pc:spChg>
        <pc:graphicFrameChg chg="mod modGraphic">
          <ac:chgData name="Harsh 2507" userId="cb35b2002629c099" providerId="LiveId" clId="{79671F55-9FF0-420F-882B-77DE8580C54C}" dt="2026-07-01T13:45:55.414" v="519" actId="20577"/>
          <ac:graphicFrameMkLst>
            <pc:docMk/>
            <pc:sldMk cId="2272694294" sldId="260"/>
            <ac:graphicFrameMk id="4" creationId="{A3969AD3-5194-3583-949E-D0ECD4CF9C06}"/>
          </ac:graphicFrameMkLst>
        </pc:graphicFrameChg>
      </pc:sldChg>
      <pc:sldChg chg="modSp mod">
        <pc:chgData name="Harsh 2507" userId="cb35b2002629c099" providerId="LiveId" clId="{79671F55-9FF0-420F-882B-77DE8580C54C}" dt="2026-07-01T13:49:19.424" v="566" actId="20577"/>
        <pc:sldMkLst>
          <pc:docMk/>
          <pc:sldMk cId="138294356" sldId="261"/>
        </pc:sldMkLst>
        <pc:spChg chg="mod">
          <ac:chgData name="Harsh 2507" userId="cb35b2002629c099" providerId="LiveId" clId="{79671F55-9FF0-420F-882B-77DE8580C54C}" dt="2026-07-01T13:48:01.795" v="533" actId="27636"/>
          <ac:spMkLst>
            <pc:docMk/>
            <pc:sldMk cId="138294356" sldId="261"/>
            <ac:spMk id="2" creationId="{2FB1421B-2FD2-7AE7-6131-348132799943}"/>
          </ac:spMkLst>
        </pc:spChg>
        <pc:spChg chg="mod">
          <ac:chgData name="Harsh 2507" userId="cb35b2002629c099" providerId="LiveId" clId="{79671F55-9FF0-420F-882B-77DE8580C54C}" dt="2026-07-01T13:49:19.424" v="566" actId="20577"/>
          <ac:spMkLst>
            <pc:docMk/>
            <pc:sldMk cId="138294356" sldId="261"/>
            <ac:spMk id="3" creationId="{BAD27F0D-24FE-B532-2D3F-6853B764D24F}"/>
          </ac:spMkLst>
        </pc:spChg>
      </pc:sldChg>
      <pc:sldChg chg="modSp mod">
        <pc:chgData name="Harsh 2507" userId="cb35b2002629c099" providerId="LiveId" clId="{79671F55-9FF0-420F-882B-77DE8580C54C}" dt="2026-07-01T13:53:18.026" v="587" actId="115"/>
        <pc:sldMkLst>
          <pc:docMk/>
          <pc:sldMk cId="401735079" sldId="262"/>
        </pc:sldMkLst>
        <pc:spChg chg="mod">
          <ac:chgData name="Harsh 2507" userId="cb35b2002629c099" providerId="LiveId" clId="{79671F55-9FF0-420F-882B-77DE8580C54C}" dt="2026-07-01T13:53:18.026" v="587" actId="115"/>
          <ac:spMkLst>
            <pc:docMk/>
            <pc:sldMk cId="401735079" sldId="262"/>
            <ac:spMk id="3" creationId="{30771EDA-28DB-AC64-0397-8904EFAF2121}"/>
          </ac:spMkLst>
        </pc:spChg>
      </pc:sldChg>
      <pc:sldChg chg="modSp new mod">
        <pc:chgData name="Harsh 2507" userId="cb35b2002629c099" providerId="LiveId" clId="{79671F55-9FF0-420F-882B-77DE8580C54C}" dt="2026-07-01T13:39:57.155" v="111" actId="120"/>
        <pc:sldMkLst>
          <pc:docMk/>
          <pc:sldMk cId="125068503" sldId="270"/>
        </pc:sldMkLst>
        <pc:spChg chg="mod">
          <ac:chgData name="Harsh 2507" userId="cb35b2002629c099" providerId="LiveId" clId="{79671F55-9FF0-420F-882B-77DE8580C54C}" dt="2026-07-01T13:39:51.424" v="110" actId="1076"/>
          <ac:spMkLst>
            <pc:docMk/>
            <pc:sldMk cId="125068503" sldId="270"/>
            <ac:spMk id="2" creationId="{630B274A-8B60-CCA8-9FA4-DD9F995BE8B8}"/>
          </ac:spMkLst>
        </pc:spChg>
        <pc:spChg chg="mod">
          <ac:chgData name="Harsh 2507" userId="cb35b2002629c099" providerId="LiveId" clId="{79671F55-9FF0-420F-882B-77DE8580C54C}" dt="2026-07-01T13:39:57.155" v="111" actId="120"/>
          <ac:spMkLst>
            <pc:docMk/>
            <pc:sldMk cId="125068503" sldId="270"/>
            <ac:spMk id="3" creationId="{A70883BF-704B-230A-CB42-982213348D6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266E-0629-BE85-1AA5-384EAE358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529F8-8350-A76D-6529-10D91C671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ED8D3-36DC-1CAC-AE64-566950966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B0C57-34D8-7724-0AC4-F2A4CE9F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F08C2-6C71-35E3-952E-FFEEE47F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10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0A95-6A7E-B9DC-1469-DB5372ED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64AE-524F-A805-6928-20CE21DF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0F1CD-D5F4-89A3-430F-2E3FCF48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20D27-88AA-FEE7-9DF0-EA14567A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B138F-F4BC-3173-5937-6DC0C4C9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99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3A31-4ED2-A73B-D64C-CC27CB84A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9FBF2-A00A-8872-E69B-9B1C23308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E311-D58B-DFD1-13E9-DDEC17F9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816C0-7584-5F89-64DB-7F740103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C5944-B7AB-4452-4858-A49687D9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28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2CC7-EC11-5628-D82F-50301B0D2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186C9-E4A2-30D7-BD63-4260F5772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E9D4C-D69A-FB4B-C290-C36C085A8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12495-DBC6-2ED4-F0B0-B95EA440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8231D-52DE-B600-D5FF-623F5EE3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3B207-8EE4-3E3B-1EDF-8B2EF16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234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EF77E-10C1-C647-6AA8-EFE7BA30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3E734-5DD6-A64B-5C77-95F91F72B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1C2FC-81E7-2097-72A2-1B706F76C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67D8D-EEDC-A3DC-B02A-56A2EEEA2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8F8EC5-0C46-196F-A25B-AD38472AD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A9A1EA-BE5A-A3DF-CFC5-288E6901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E415CE-A7B7-0C79-1555-184D9C28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80AE3B-E12C-320B-6054-BBF6892EC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8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556B-CE2A-F8E0-9F39-2BC043FD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C0BD1-D91E-42F6-11D3-1655791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D2E70-244F-C6E3-726D-F3042325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09096-F9DE-DBBD-3DBD-91B6820E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237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DFDBD-5D00-285E-2364-6D74EB02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D617B-70E2-F079-FE51-4696CA1E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2959A-2E56-3BD6-ECBC-36D486634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98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CC02-CBCC-AEB9-3A6C-9160DB32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CD66-5A5A-8915-8F8E-E3A550537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F5AC2-C2D4-5B3C-934D-4C697626B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5123AF-C162-F234-EC92-DA8EDBAB6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47C55-30B0-8B53-F80E-5DAB6F68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50989-B599-5602-51E1-D2411078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9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001C-D654-ECEB-E58C-845841CE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7E7058-547F-9D3D-3833-6EC4E62E3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0BA3A-2182-FD95-C2C1-E442E1BD0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5A55-B299-999C-EDAB-5E964C76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FC0C8-5626-4661-9D99-DF31962D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FF026-E009-9CA0-9AC7-00B53924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238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E0B5-B704-F0EA-3C02-AC50FEC18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ED1BC-A3AE-988E-6A1D-2CD88F9B6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EC15F-B093-9B90-0CAC-D1B07401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ED133-3AD2-FD4C-EACD-E3BB6434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DA131-3695-FD30-56B6-989CC0B3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5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19C13-06FD-76A8-32E3-E06596680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33762-46BE-A6C9-C6F7-4A664C182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3A61F-3FB0-8691-D811-9AF04279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DF099-7D20-A6B4-5432-F13AF30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D5B97-D1FD-78D9-ED35-5D1C4554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79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xhere.com/fr/photo/869759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2000"/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45EAD9-C4CF-E19D-58E6-A3EB0D1C5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F8DC-C8DA-C7CE-4741-7B2A3EABC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3D75C-BEC7-1EFA-81D1-497309D83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48E33-319A-46CF-AE9E-DF6A9A072E7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64842-77E0-A13C-42BB-EB715E449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298AB-9EC4-EFA1-F2A6-2F10A029B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AF3F-ED11-4310-A479-7E1B674CB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02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9D846-1220-B615-E873-89C1DDBB4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348" y="1122363"/>
            <a:ext cx="8818652" cy="1302338"/>
          </a:xfrm>
        </p:spPr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Calorie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4E2F8-0A63-2772-530E-967843812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18618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Submitted by – Riya [2420593]</a:t>
            </a:r>
          </a:p>
          <a:p>
            <a:pPr algn="l"/>
            <a:endParaRPr lang="en-IN" dirty="0"/>
          </a:p>
          <a:p>
            <a:pPr algn="l"/>
            <a:r>
              <a:rPr lang="en-IN" dirty="0"/>
              <a:t>Course – Python Programming</a:t>
            </a:r>
          </a:p>
          <a:p>
            <a:pPr algn="l"/>
            <a:r>
              <a:rPr lang="en-IN" dirty="0"/>
              <a:t> </a:t>
            </a:r>
          </a:p>
          <a:p>
            <a:pPr algn="l"/>
            <a:r>
              <a:rPr lang="en-IN" dirty="0"/>
              <a:t>College- Chandigarh Engineering college </a:t>
            </a:r>
          </a:p>
        </p:txBody>
      </p:sp>
    </p:spTree>
    <p:extLst>
      <p:ext uri="{BB962C8B-B14F-4D97-AF65-F5344CB8AC3E}">
        <p14:creationId xmlns:p14="http://schemas.microsoft.com/office/powerpoint/2010/main" val="285511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610CC-EF27-6ED0-3899-657280891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951"/>
            <a:ext cx="7537807" cy="1089060"/>
          </a:xfrm>
        </p:spPr>
        <p:txBody>
          <a:bodyPr>
            <a:normAutofit/>
          </a:bodyPr>
          <a:lstStyle/>
          <a:p>
            <a:r>
              <a:rPr lang="en-IN" dirty="0"/>
              <a:t>What is calorie tracker?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A2265-7E60-DF48-1166-F4B260A23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08252"/>
            <a:ext cx="9144000" cy="3449548"/>
          </a:xfrm>
        </p:spPr>
        <p:txBody>
          <a:bodyPr>
            <a:normAutofit lnSpcReduction="10000"/>
          </a:bodyPr>
          <a:lstStyle/>
          <a:p>
            <a:pPr algn="l"/>
            <a:r>
              <a:rPr lang="en-IN" dirty="0"/>
              <a:t> </a:t>
            </a:r>
            <a:r>
              <a:rPr lang="en-IN" dirty="0">
                <a:latin typeface="Bahnschrift" panose="020B0502040204020203" pitchFamily="34" charset="0"/>
              </a:rPr>
              <a:t>Calorie Tracker is a Python-based desktop application that helps users monitor their daily health activities by tracking: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Daily Calories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Water Intake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Exercise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BMI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Reports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ahnschrift" panose="020B0502040204020203" pitchFamily="34" charset="0"/>
              </a:rPr>
              <a:t>Progress Graphs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86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4A52-544B-F43C-8758-DFBA58D6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7D0C8A-FD7A-90CE-77E2-754078C2B1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4640291" cy="503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BF726-2D0F-54A8-0F8B-FB40BD022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446" y="365125"/>
            <a:ext cx="7117781" cy="503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7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131B-6181-702A-9B54-E83E106CD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952"/>
            <a:ext cx="8277546" cy="924674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Bahnschrift SemiBold" panose="020B0502040204020203" pitchFamily="34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71BB4-E89E-D3AC-E4A3-D2919C302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3579" y="1411546"/>
            <a:ext cx="10602930" cy="4876237"/>
          </a:xfrm>
        </p:spPr>
        <p:txBody>
          <a:bodyPr>
            <a:normAutofit lnSpcReduction="10000"/>
          </a:bodyPr>
          <a:lstStyle/>
          <a:p>
            <a:endParaRPr lang="en-IN" sz="2800" dirty="0"/>
          </a:p>
          <a:p>
            <a:pPr algn="l"/>
            <a:r>
              <a:rPr lang="en-IN" sz="2800" dirty="0"/>
              <a:t>Maintaining a healthy lifestyle requires continuous monitoring of various health parameters. Most people either forget to maintain records or use multiple applications for different purposes.</a:t>
            </a:r>
          </a:p>
          <a:p>
            <a:pPr algn="l"/>
            <a:endParaRPr lang="en-IN" sz="2800" dirty="0"/>
          </a:p>
          <a:p>
            <a:pPr algn="l"/>
            <a:r>
              <a:rPr lang="en-IN" b="1" dirty="0"/>
              <a:t>Existing Problems:</a:t>
            </a:r>
          </a:p>
          <a:p>
            <a:pPr algn="l"/>
            <a:r>
              <a:rPr lang="en-IN" dirty="0"/>
              <a:t>Manual calorie calculation is difficult. </a:t>
            </a:r>
          </a:p>
          <a:p>
            <a:pPr algn="l"/>
            <a:r>
              <a:rPr lang="en-IN" dirty="0"/>
              <a:t>No centralized health management. </a:t>
            </a:r>
          </a:p>
          <a:p>
            <a:pPr algn="l"/>
            <a:r>
              <a:rPr lang="en-IN" dirty="0"/>
              <a:t>Daily records are often lost. </a:t>
            </a:r>
          </a:p>
          <a:p>
            <a:pPr algn="l"/>
            <a:r>
              <a:rPr lang="en-IN" dirty="0"/>
              <a:t>BMI calculation requires separate tools. </a:t>
            </a:r>
          </a:p>
          <a:p>
            <a:pPr algn="l"/>
            <a:r>
              <a:rPr lang="en-IN" dirty="0"/>
              <a:t>Progress analysis is not available.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7556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274A-8B60-CCA8-9FA4-DD9F995BE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959"/>
            <a:ext cx="8164530" cy="1014662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883BF-704B-230A-CB42-982213348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0200"/>
            <a:ext cx="9061806" cy="5078002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The main objective of this project is to develop an easy-to-use desktop application for monitoring daily health activities.</a:t>
            </a:r>
          </a:p>
          <a:p>
            <a:pPr algn="l"/>
            <a:r>
              <a:rPr lang="en-IN" b="1" dirty="0"/>
              <a:t>Objectives</a:t>
            </a:r>
          </a:p>
          <a:p>
            <a:pPr algn="l"/>
            <a:r>
              <a:rPr lang="en-IN" dirty="0"/>
              <a:t>Develop a secure login system. </a:t>
            </a:r>
          </a:p>
          <a:p>
            <a:pPr algn="l"/>
            <a:r>
              <a:rPr lang="en-IN" dirty="0"/>
              <a:t>Track daily food consumption. </a:t>
            </a:r>
          </a:p>
          <a:p>
            <a:pPr algn="l"/>
            <a:r>
              <a:rPr lang="en-IN" dirty="0"/>
              <a:t>Monitor water intake. </a:t>
            </a:r>
          </a:p>
          <a:p>
            <a:pPr algn="l"/>
            <a:r>
              <a:rPr lang="en-IN" dirty="0"/>
              <a:t>Record exercise activities. </a:t>
            </a:r>
          </a:p>
          <a:p>
            <a:pPr algn="l"/>
            <a:r>
              <a:rPr lang="en-IN" dirty="0"/>
              <a:t>Calculate Body Mass Index (BMI). </a:t>
            </a:r>
          </a:p>
          <a:p>
            <a:pPr algn="l"/>
            <a:r>
              <a:rPr lang="en-IN" dirty="0"/>
              <a:t>Store health records using CSV files. </a:t>
            </a:r>
          </a:p>
          <a:p>
            <a:pPr algn="l"/>
            <a:r>
              <a:rPr lang="en-IN" dirty="0"/>
              <a:t>Display reports and graphical analysis. </a:t>
            </a:r>
          </a:p>
          <a:p>
            <a:pPr algn="l"/>
            <a:r>
              <a:rPr lang="en-IN" dirty="0"/>
              <a:t>Apply Object-Oriented Programming concepts.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06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6987-CBD4-CF3E-640F-361059C8B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081" y="608655"/>
            <a:ext cx="8945366" cy="1148226"/>
          </a:xfrm>
        </p:spPr>
        <p:txBody>
          <a:bodyPr/>
          <a:lstStyle/>
          <a:p>
            <a:r>
              <a:rPr lang="en-IN" dirty="0"/>
              <a:t>Technologies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969AD3-5194-3583-949E-D0ECD4CF9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18760"/>
              </p:ext>
            </p:extLst>
          </p:nvPr>
        </p:nvGraphicFramePr>
        <p:xfrm>
          <a:off x="1452081" y="1665210"/>
          <a:ext cx="9555822" cy="3718560"/>
        </p:xfrm>
        <a:graphic>
          <a:graphicData uri="http://schemas.openxmlformats.org/drawingml/2006/table">
            <a:tbl>
              <a:tblPr/>
              <a:tblGrid>
                <a:gridCol w="4732962">
                  <a:extLst>
                    <a:ext uri="{9D8B030D-6E8A-4147-A177-3AD203B41FA5}">
                      <a16:colId xmlns:a16="http://schemas.microsoft.com/office/drawing/2014/main" val="3430628620"/>
                    </a:ext>
                  </a:extLst>
                </a:gridCol>
                <a:gridCol w="4822860">
                  <a:extLst>
                    <a:ext uri="{9D8B030D-6E8A-4147-A177-3AD203B41FA5}">
                      <a16:colId xmlns:a16="http://schemas.microsoft.com/office/drawing/2014/main" val="1260874263"/>
                    </a:ext>
                  </a:extLst>
                </a:gridCol>
              </a:tblGrid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321850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Python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Programming 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26699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Tkinter</a:t>
                      </a:r>
                      <a:r>
                        <a:rPr lang="en-IN" sz="2400" dirty="0"/>
                        <a:t>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GUI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42409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Pandas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456027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CSV 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Database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07008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Matplotlib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Graphs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159022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OOP         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Code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806746"/>
                  </a:ext>
                </a:extLst>
              </a:tr>
              <a:tr h="45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Datetime                                               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Date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014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2694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421B-2FD2-7AE7-6131-348132799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2077"/>
            <a:ext cx="8483029" cy="829726"/>
          </a:xfrm>
        </p:spPr>
        <p:txBody>
          <a:bodyPr>
            <a:normAutofit fontScale="90000"/>
          </a:bodyPr>
          <a:lstStyle/>
          <a:p>
            <a:r>
              <a:rPr lang="en-IN" dirty="0"/>
              <a:t>Concept Used: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D27F0D-24FE-B532-2D3F-6853B764D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97285"/>
            <a:ext cx="9144000" cy="4839128"/>
          </a:xfrm>
        </p:spPr>
        <p:txBody>
          <a:bodyPr numCol="1">
            <a:normAutofit fontScale="85000" lnSpcReduction="10000"/>
          </a:bodyPr>
          <a:lstStyle/>
          <a:p>
            <a:pPr algn="l"/>
            <a:r>
              <a:rPr lang="en-IN" dirty="0"/>
              <a:t>This project demonstrates most of the concepts covered during the Python course.</a:t>
            </a:r>
          </a:p>
          <a:p>
            <a:pPr algn="l"/>
            <a:r>
              <a:rPr lang="en-IN" dirty="0"/>
              <a:t>Variables and Data Types </a:t>
            </a:r>
          </a:p>
          <a:p>
            <a:pPr algn="l"/>
            <a:r>
              <a:rPr lang="en-IN" dirty="0"/>
              <a:t>Conditional Statements </a:t>
            </a:r>
          </a:p>
          <a:p>
            <a:pPr algn="l"/>
            <a:r>
              <a:rPr lang="en-IN" dirty="0"/>
              <a:t>Loops </a:t>
            </a:r>
          </a:p>
          <a:p>
            <a:pPr algn="l"/>
            <a:r>
              <a:rPr lang="en-IN" dirty="0"/>
              <a:t>Functions </a:t>
            </a:r>
          </a:p>
          <a:p>
            <a:pPr algn="l"/>
            <a:r>
              <a:rPr lang="en-IN" dirty="0"/>
              <a:t>Lists</a:t>
            </a:r>
          </a:p>
          <a:p>
            <a:pPr algn="l"/>
            <a:r>
              <a:rPr lang="en-IN" dirty="0"/>
              <a:t>Dictionaries </a:t>
            </a:r>
          </a:p>
          <a:p>
            <a:pPr algn="l"/>
            <a:r>
              <a:rPr lang="en-IN" dirty="0"/>
              <a:t>File Handling </a:t>
            </a:r>
          </a:p>
          <a:p>
            <a:pPr algn="l"/>
            <a:r>
              <a:rPr lang="en-IN" dirty="0"/>
              <a:t>Exception Handling </a:t>
            </a:r>
          </a:p>
          <a:p>
            <a:pPr algn="l"/>
            <a:r>
              <a:rPr lang="en-IN" dirty="0"/>
              <a:t>Modules </a:t>
            </a:r>
          </a:p>
          <a:p>
            <a:pPr algn="l"/>
            <a:r>
              <a:rPr lang="en-IN" dirty="0"/>
              <a:t>Object-Oriented Programming </a:t>
            </a:r>
          </a:p>
          <a:p>
            <a:pPr algn="l"/>
            <a:r>
              <a:rPr lang="en-IN" dirty="0"/>
              <a:t>Pandas Data Frame </a:t>
            </a:r>
          </a:p>
          <a:p>
            <a:pPr algn="l"/>
            <a:r>
              <a:rPr lang="en-IN" dirty="0"/>
              <a:t>Matplotlib Graphs </a:t>
            </a:r>
          </a:p>
        </p:txBody>
      </p:sp>
    </p:spTree>
    <p:extLst>
      <p:ext uri="{BB962C8B-B14F-4D97-AF65-F5344CB8AC3E}">
        <p14:creationId xmlns:p14="http://schemas.microsoft.com/office/powerpoint/2010/main" val="13829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B882-D753-6032-284C-03E4F28AE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65" y="417730"/>
            <a:ext cx="6089151" cy="1380248"/>
          </a:xfrm>
        </p:spPr>
        <p:txBody>
          <a:bodyPr/>
          <a:lstStyle/>
          <a:p>
            <a:r>
              <a:rPr lang="en-IN" dirty="0"/>
              <a:t>Tracking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71EDA-28DB-AC64-0397-8904EFAF2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862" y="1890445"/>
            <a:ext cx="4565151" cy="396582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u="sng" dirty="0"/>
              <a:t>Food Tracker </a:t>
            </a:r>
            <a:r>
              <a:rPr lang="en-IN" dirty="0"/>
              <a:t>-Stores calories and nutrients consumed.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u="sng" dirty="0"/>
              <a:t>Water Tracker </a:t>
            </a:r>
            <a:r>
              <a:rPr lang="en-IN" dirty="0"/>
              <a:t>-Records daily water intake.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u="sng" dirty="0"/>
              <a:t>Exercise Tracker </a:t>
            </a:r>
            <a:r>
              <a:rPr lang="en-IN" dirty="0"/>
              <a:t>-Tracks calories burned through physical activities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u="sng" dirty="0"/>
              <a:t>BMI Calculator </a:t>
            </a:r>
            <a:r>
              <a:rPr lang="en-IN" dirty="0"/>
              <a:t>-Calculates Body Mass Index using height and weight.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8C3E7-48D9-AF02-0867-8D6B32795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756" y="1726059"/>
            <a:ext cx="5993382" cy="42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4A5F-3474-EA6C-317F-F70D7B4D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Tracking modules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AE1C63C-60EC-A3C7-C031-484AC06EE19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4"/>
            <a:ext cx="5257800" cy="435133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BAC2E50-B8E9-D4B0-8106-B8D9D53645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72" y="1825625"/>
            <a:ext cx="46150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89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FBA7-B3C3-E8AA-154D-72AA3C529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Tracking Modules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06BE94-F5B3-0981-6F08-3B52952038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24" y="1825625"/>
            <a:ext cx="4636152" cy="435133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E0013B6-AB2F-7170-8744-1C49214700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1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8B70-1B4B-1D64-EBF5-2696EC2A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Reports And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3B16F-A999-AAF5-531C-1D7110CDB0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Reports-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Daily Records </a:t>
            </a:r>
          </a:p>
          <a:p>
            <a:r>
              <a:rPr lang="en-IN" dirty="0"/>
              <a:t>Nutrition Data </a:t>
            </a:r>
          </a:p>
          <a:p>
            <a:r>
              <a:rPr lang="en-IN" dirty="0"/>
              <a:t>Water</a:t>
            </a:r>
          </a:p>
          <a:p>
            <a:r>
              <a:rPr lang="en-IN" dirty="0"/>
              <a:t>Exercise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E451C-DCE2-5E9E-D2FB-03CE6C46A5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Graphs-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Calories Trend</a:t>
            </a:r>
          </a:p>
          <a:p>
            <a:r>
              <a:rPr lang="en-IN" dirty="0"/>
              <a:t> Water Trend </a:t>
            </a:r>
          </a:p>
          <a:p>
            <a:r>
              <a:rPr lang="en-IN" dirty="0"/>
              <a:t>Exercise Trend</a:t>
            </a:r>
          </a:p>
        </p:txBody>
      </p:sp>
    </p:spTree>
    <p:extLst>
      <p:ext uri="{BB962C8B-B14F-4D97-AF65-F5344CB8AC3E}">
        <p14:creationId xmlns:p14="http://schemas.microsoft.com/office/powerpoint/2010/main" val="252572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F12FDD3-5FE4-90DD-88AD-433BB9E8BE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9"/>
            <a:ext cx="5181600" cy="375461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BBA104-D08E-2746-D960-4E114D2A19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761079"/>
            <a:ext cx="5181600" cy="361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84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0E574-DDE5-78DF-090C-B5F7A74AD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7821"/>
            <a:ext cx="8287820" cy="1140431"/>
          </a:xfrm>
        </p:spPr>
        <p:txBody>
          <a:bodyPr/>
          <a:lstStyle/>
          <a:p>
            <a:r>
              <a:rPr lang="en-IN" dirty="0"/>
              <a:t>Data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FC3F1-2A7E-87BA-4DE8-7E06A3261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6751"/>
            <a:ext cx="9144000" cy="3131049"/>
          </a:xfrm>
        </p:spPr>
        <p:txBody>
          <a:bodyPr numCol="2">
            <a:normAutofit fontScale="62500" lnSpcReduction="20000"/>
          </a:bodyPr>
          <a:lstStyle/>
          <a:p>
            <a:pPr algn="l"/>
            <a:endParaRPr lang="en-IN" sz="4000" b="1" dirty="0"/>
          </a:p>
          <a:p>
            <a:pPr algn="l"/>
            <a:r>
              <a:rPr lang="en-IN" sz="4000" b="1" dirty="0"/>
              <a:t>users.csv</a:t>
            </a:r>
          </a:p>
          <a:p>
            <a:pPr algn="l"/>
            <a:endParaRPr lang="en-IN" sz="4000" dirty="0"/>
          </a:p>
          <a:p>
            <a:pPr algn="l"/>
            <a:endParaRPr lang="en-IN" sz="4000" dirty="0"/>
          </a:p>
          <a:p>
            <a:pPr algn="l"/>
            <a:r>
              <a:rPr lang="en-IN" sz="4000" dirty="0"/>
              <a:t>Stores:</a:t>
            </a:r>
          </a:p>
          <a:p>
            <a:pPr algn="l"/>
            <a:r>
              <a:rPr lang="en-IN" sz="4000" dirty="0"/>
              <a:t>Username </a:t>
            </a:r>
          </a:p>
          <a:p>
            <a:pPr algn="l"/>
            <a:r>
              <a:rPr lang="en-IN" sz="4000" dirty="0"/>
              <a:t>Password </a:t>
            </a:r>
          </a:p>
          <a:p>
            <a:pPr algn="l"/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4400" b="1" dirty="0"/>
              <a:t>history.csv</a:t>
            </a:r>
            <a:endParaRPr lang="en-IN" sz="4400" dirty="0"/>
          </a:p>
          <a:p>
            <a:r>
              <a:rPr lang="en-IN" sz="4400" dirty="0"/>
              <a:t>Stores:</a:t>
            </a:r>
          </a:p>
          <a:p>
            <a:r>
              <a:rPr lang="en-IN" sz="4400" dirty="0"/>
              <a:t>Date ,Calories ,Protein </a:t>
            </a:r>
          </a:p>
          <a:p>
            <a:r>
              <a:rPr lang="en-IN" sz="4400" dirty="0"/>
              <a:t>Carbs ,Fat </a:t>
            </a:r>
          </a:p>
          <a:p>
            <a:r>
              <a:rPr lang="en-IN" sz="4400" dirty="0"/>
              <a:t>Water ,Exercise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8839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C48D0-838B-4A56-346B-768566474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06319" cy="1435902"/>
          </a:xfrm>
        </p:spPr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C1907-975A-8A22-8348-48A458561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30876"/>
            <a:ext cx="9144000" cy="2226924"/>
          </a:xfrm>
        </p:spPr>
        <p:txBody>
          <a:bodyPr numCol="2">
            <a:normAutofit/>
          </a:bodyPr>
          <a:lstStyle/>
          <a:p>
            <a:pPr algn="l"/>
            <a:r>
              <a:rPr lang="en-IN" dirty="0"/>
              <a:t> AI Food Recommendation</a:t>
            </a:r>
          </a:p>
          <a:p>
            <a:pPr algn="l"/>
            <a:r>
              <a:rPr lang="en-IN" dirty="0"/>
              <a:t> Barcode Scanner </a:t>
            </a:r>
          </a:p>
          <a:p>
            <a:pPr algn="l"/>
            <a:r>
              <a:rPr lang="en-IN" dirty="0"/>
              <a:t>Nutrition API Integration </a:t>
            </a:r>
          </a:p>
          <a:p>
            <a:pPr algn="l"/>
            <a:r>
              <a:rPr lang="en-IN" dirty="0"/>
              <a:t>Email Reports </a:t>
            </a:r>
          </a:p>
          <a:p>
            <a:pPr algn="l"/>
            <a:r>
              <a:rPr lang="en-IN" dirty="0"/>
              <a:t>User Profile Images </a:t>
            </a:r>
          </a:p>
          <a:p>
            <a:pPr algn="l"/>
            <a:r>
              <a:rPr lang="en-IN" dirty="0"/>
              <a:t>Mobile Application </a:t>
            </a:r>
          </a:p>
          <a:p>
            <a:pPr algn="l"/>
            <a:r>
              <a:rPr lang="en-IN" dirty="0"/>
              <a:t>Cloud Backup</a:t>
            </a:r>
          </a:p>
          <a:p>
            <a:pPr algn="l"/>
            <a:r>
              <a:rPr lang="en-IN" dirty="0"/>
              <a:t>Camera </a:t>
            </a:r>
          </a:p>
        </p:txBody>
      </p:sp>
    </p:spTree>
    <p:extLst>
      <p:ext uri="{BB962C8B-B14F-4D97-AF65-F5344CB8AC3E}">
        <p14:creationId xmlns:p14="http://schemas.microsoft.com/office/powerpoint/2010/main" val="1640737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AEA9C-CAA1-D4E1-ECA9-B44552819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06902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Thank you………</a:t>
            </a:r>
          </a:p>
        </p:txBody>
      </p:sp>
    </p:spTree>
    <p:extLst>
      <p:ext uri="{BB962C8B-B14F-4D97-AF65-F5344CB8AC3E}">
        <p14:creationId xmlns:p14="http://schemas.microsoft.com/office/powerpoint/2010/main" val="2109183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356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Bahnschrift</vt:lpstr>
      <vt:lpstr>Bahnschrift SemiBold</vt:lpstr>
      <vt:lpstr>Calibri</vt:lpstr>
      <vt:lpstr>Calibri Light</vt:lpstr>
      <vt:lpstr>Segoe UI Black</vt:lpstr>
      <vt:lpstr>Office Theme</vt:lpstr>
      <vt:lpstr>Calorie Tracker</vt:lpstr>
      <vt:lpstr>What is calorie tracker?</vt:lpstr>
      <vt:lpstr>PowerPoint Presentation</vt:lpstr>
      <vt:lpstr>Problem statement</vt:lpstr>
      <vt:lpstr>Objectives</vt:lpstr>
      <vt:lpstr>Technologies used</vt:lpstr>
      <vt:lpstr>Concept Used:</vt:lpstr>
      <vt:lpstr>Tracking Modules</vt:lpstr>
      <vt:lpstr>Tracking modules</vt:lpstr>
      <vt:lpstr>Tracking Modules</vt:lpstr>
      <vt:lpstr>Reports And Graphs</vt:lpstr>
      <vt:lpstr>PowerPoint Presentation</vt:lpstr>
      <vt:lpstr>Data Management</vt:lpstr>
      <vt:lpstr>Future Enhancements</vt:lpstr>
      <vt:lpstr>Thank you………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2507</dc:creator>
  <cp:lastModifiedBy>Harsh 2507</cp:lastModifiedBy>
  <cp:revision>1</cp:revision>
  <dcterms:created xsi:type="dcterms:W3CDTF">2026-07-01T09:53:25Z</dcterms:created>
  <dcterms:modified xsi:type="dcterms:W3CDTF">2026-07-02T06:00:25Z</dcterms:modified>
</cp:coreProperties>
</file>